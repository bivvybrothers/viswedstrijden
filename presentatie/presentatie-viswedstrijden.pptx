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566160"/>
            <a:ext cx="4023360" cy="2560320"/>
          </a:xfrm>
          <a:prstGeom prst="ellipse">
            <a:avLst/>
          </a:prstGeom>
          <a:solidFill>
            <a:srgbClr val="3E4632"/>
          </a:solidFill>
          <a:ln/>
        </p:spPr>
      </p:sp>
      <p:sp>
        <p:nvSpPr>
          <p:cNvPr id="3" name="Shape 1"/>
          <p:cNvSpPr/>
          <p:nvPr/>
        </p:nvSpPr>
        <p:spPr>
          <a:xfrm>
            <a:off x="2926080" y="-1280160"/>
            <a:ext cx="3291840" cy="2194560"/>
          </a:xfrm>
          <a:prstGeom prst="ellipse">
            <a:avLst/>
          </a:prstGeom>
          <a:solidFill>
            <a:srgbClr val="404834"/>
          </a:solidFill>
          <a:ln/>
        </p:spPr>
      </p:sp>
      <p:sp>
        <p:nvSpPr>
          <p:cNvPr id="4" name="Shape 2"/>
          <p:cNvSpPr/>
          <p:nvPr/>
        </p:nvSpPr>
        <p:spPr>
          <a:xfrm>
            <a:off x="1463040" y="1645920"/>
            <a:ext cx="2011680" cy="1371600"/>
          </a:xfrm>
          <a:prstGeom prst="ellipse">
            <a:avLst/>
          </a:prstGeom>
          <a:solidFill>
            <a:srgbClr val="3B432F"/>
          </a:solidFill>
          <a:ln/>
        </p:spPr>
      </p:sp>
      <p:pic>
        <p:nvPicPr>
          <p:cNvPr id="5" name="Image 0" descr="./shots/01-inlog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777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🎣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Viswedstrijden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Plas van der Ende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30352" y="288036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CC2"/>
                </a:solidFill>
              </a:rPr>
              <a:t>Digitale wedstrijd-app: loting, stekkeuze, vangstregistratie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9DCC2"/>
                </a:solidFill>
              </a:rPr>
              <a:t>en live klassement, alles op de telefoon van de visser.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30352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B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viswedstrijd.kemblinck.nl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0352" y="4526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183"/>
                </a:solidFill>
              </a:rPr>
              <a:t>Gemaakt door Patrick Kemble · juli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het kort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7355"/>
                </a:solidFill>
              </a:rPr>
              <a:t>Eén website die de hele wedstrijddag regelt</a:t>
            </a:r>
            <a:endParaRPr lang="en-US" sz="1350" dirty="0"/>
          </a:p>
        </p:txBody>
      </p:sp>
      <p:pic>
        <p:nvPicPr>
          <p:cNvPr id="4" name="Image 0" descr="./shots/03-reg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39903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📱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134416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Werkt op elke telefoon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Gewone website, niets te installeren. Ook als app op het beginscherm te zetten, inclusief pushmeldingen.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226771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221284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Drie rollen, drie codes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Deelnemers melden zich aan met de wedstrijdcode, kijkers volgen mee met de kijkcode, de organisatie beheert alles achter een wachtwoord.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22783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317296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De klok is de baas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Aftelklok tot start en einde. Na de eindtijd blokkeert de server elke registratie, discussie uitgesloten.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02920" y="411480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409651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📋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05840" y="404164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Eigen wedstrijdregels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De organisator zet de regels (bijv. maximaal 2 hengels) in de app; iedere deelnemer ziet ze onder de klok.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plas op de kaart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7355"/>
                </a:solidFill>
              </a:rPr>
              <a:t>Nagetekend van de originele NPHV-dieptekaart</a:t>
            </a:r>
            <a:endParaRPr lang="en-US" sz="1350" dirty="0"/>
          </a:p>
        </p:txBody>
      </p:sp>
      <p:pic>
        <p:nvPicPr>
          <p:cNvPr id="4" name="Image 0" descr="./shots/02-ka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4447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🗺️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13898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Alle 96 stekken en dieptes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Steknummers, zones tot 18 meter diep, de ingang en de duiker: alles staat erop zoals aan het water.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23591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23042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Live bezetting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Vrije stekken zijn wit, gekozen stekken kleuren donker, je eigen stek is groen. Iedereen kijkt naar dezelfde kaart.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2735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📍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32186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Zones of losse stekken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Het water kan in vaste zones verdeeld worden (een zone kan ook 1 stek zijn); de loting gaat dan per zone.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loting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7355"/>
                </a:solidFill>
              </a:rPr>
              <a:t>Eerlijk loten zonder briefjes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B49A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353D2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1490472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53D2A"/>
                </a:solidFill>
              </a:rPr>
              <a:t>Aanmelden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6853"/>
                </a:solidFill>
              </a:rPr>
              <a:t>Vissers melden zich aan met de wedstrijdcode. De organisator ziet live de teller oplopen, bijv. "9 van 12 aangemeld".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587752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B49A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862072"/>
            <a:ext cx="457200" cy="457200"/>
          </a:xfrm>
          <a:prstGeom prst="ellipse">
            <a:avLst/>
          </a:prstGeom>
          <a:solidFill>
            <a:srgbClr val="353D2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62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8448" y="266090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53D2A"/>
                </a:solidFill>
              </a:rPr>
              <a:t>Loten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6853"/>
                </a:solidFill>
              </a:rPr>
              <a:t>Eén druk op de knop: de site bepaalt willekeurig de volgorde. Iedereen ziet direct zijn lotnummer.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758184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B49A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4032504"/>
            <a:ext cx="457200" cy="457200"/>
          </a:xfrm>
          <a:prstGeom prst="ellipse">
            <a:avLst/>
          </a:prstGeom>
          <a:solidFill>
            <a:srgbClr val="353D2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8448" y="383133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53D2A"/>
                </a:solidFill>
              </a:rPr>
              <a:t>Stek kiezen
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B6853"/>
                </a:solidFill>
              </a:rPr>
              <a:t>Om de beurt kiest ieder team op de kaart. Koppels kiezen 2 stekken naast elkaar; bij zones kies je een zone met 1 tik.</a:t>
            </a:r>
            <a:endParaRPr lang="en-US" sz="1400" dirty="0"/>
          </a:p>
        </p:txBody>
      </p:sp>
      <p:pic>
        <p:nvPicPr>
          <p:cNvPr id="16" name="Image 0" descr="./shots/08-behe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Vangst registreren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7355"/>
                </a:solidFill>
              </a:rPr>
              <a:t>Door de visser zelf, in 20 seconden aan de waterkant</a:t>
            </a:r>
            <a:endParaRPr lang="en-US" sz="1350" dirty="0"/>
          </a:p>
        </p:txBody>
      </p:sp>
      <p:pic>
        <p:nvPicPr>
          <p:cNvPr id="4" name="Image 0" descr="./shots/06-registrer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41732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39903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⚖️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134416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Gewicht + foto, klaar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Gewicht intikken, foto uit de camera of bibliotheek als bewijs (wordt automatisch verkleind voor snel uploaden), registreren.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23591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🔑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23042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Persoonlijke code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Iedere deelnemer krijgt een eigen inlogcode. Telefoon kwijt of uitgelogd? Met die code ga je overal verder onder je eigen naam.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33756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31927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326440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Eerlijk spel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Vangsten tellen direct mee, maar alleen de organisator kan achteraf corrigeren of verwijderen. Na de eindtijd gaat het loket dicht.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klassement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7355"/>
                </a:solidFill>
              </a:rPr>
              <a:t>Voor deelnemers, en thuisblijvers met de kijkcode</a:t>
            </a:r>
            <a:endParaRPr lang="en-US" sz="1350" dirty="0"/>
          </a:p>
        </p:txBody>
      </p:sp>
      <p:pic>
        <p:nvPicPr>
          <p:cNvPr id="4" name="Image 0" descr="./shots/04-klass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4630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4447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🏆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13898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Twee klassementen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Totaalgewicht (alle vissen bij elkaar) en grootste vis, met een tik te wisselen.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23591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🧮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23042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Opbouw per vis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Onder elk team staat hoe het totaal is opgebouwd, bijv. "12,45 + 15,20 + 19,80 kg". Geen rekenwerk meer op een natte kladblok.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2735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📺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32186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Kijkers kijken mee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Met de aparte kijkcode ziet het thuisfront alleen de klok en het klassement, live bijgewerkt.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5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206240" cy="2926080"/>
          </a:xfrm>
          <a:prstGeom prst="ellipse">
            <a:avLst/>
          </a:prstGeom>
          <a:solidFill>
            <a:srgbClr val="3E4632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657600"/>
            <a:ext cx="3474720" cy="2377440"/>
          </a:xfrm>
          <a:prstGeom prst="ellipse">
            <a:avLst/>
          </a:prstGeom>
          <a:solidFill>
            <a:srgbClr val="40483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🔔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Iedereen weet het meteen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05840" y="2240280"/>
            <a:ext cx="71323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A1F14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🎣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6853"/>
                </a:solidFill>
              </a:rPr>
              <a:t>Vangsttest (live) · nu
</a:t>
            </a:r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9271E"/>
                </a:solidFill>
              </a:rPr>
              <a:t>Nieuwe vangst: 19,8 kg door Willem de Snoek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61188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9DCC2"/>
                </a:solidFill>
              </a:rPr>
              <a:t>Bij elke geregistreerde vangst krijgt iedereen met meldingen aan direct een bericht op zijn telefoon, ook met het scherm op slot. 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C6CCAD"/>
                </a:solidFill>
              </a:rPr>
              <a:t>Alleen het team dat de vis ving krijgt hem niet (die weten het al).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3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de organisator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D7355"/>
                </a:solidFill>
              </a:rPr>
              <a:t>Eigen omgeving achter het organisatie-wachtwoord</a:t>
            </a:r>
            <a:endParaRPr lang="en-US" sz="1350" dirty="0"/>
          </a:p>
        </p:txBody>
      </p:sp>
      <p:pic>
        <p:nvPicPr>
          <p:cNvPr id="4" name="Image 0" descr="./shots/07-organisa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56616"/>
            <a:ext cx="2049274" cy="443484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3A3A2E">
                <a:alpha val="4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30759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➕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05840" y="125272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Wedstrijd aanmaken in 1 minuut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Naam, individueel of koppels, start- en eindtijd, maximum aantal deelnemers en de wedstrijdregels. Codes worden automatisch aangemaakt.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9" name="Text 6"/>
          <p:cNvSpPr/>
          <p:nvPr/>
        </p:nvSpPr>
        <p:spPr>
          <a:xfrm>
            <a:off x="475488" y="226771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05840" y="221284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Overzicht en archief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Actieve wedstrijden met live aanmeldteller ("compleet: klaar voor loting"), eerdere wedstrijden altijd terug te kijken.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02920" y="324612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22783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🛠️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005840" y="317296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Beheer tijdens de wedstrijd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Vangsten corrigeren, tijden aanpassen, deelnemerscodes opzoeken voor wie zijn code kwijt is, loting starten of resetten.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02920" y="4206240"/>
            <a:ext cx="384048" cy="384048"/>
          </a:xfrm>
          <a:prstGeom prst="ellipse">
            <a:avLst/>
          </a:prstGeom>
          <a:solidFill>
            <a:srgbClr val="E9E7D8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" y="4187952"/>
            <a:ext cx="438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💶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1005840" y="413308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353D2A"/>
                </a:solidFill>
              </a:rPr>
              <a:t>Kosten: nul
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6853"/>
                </a:solidFill>
              </a:rPr>
              <a:t>Draait volledig op gratis diensten; alleen het webadres loopt mee op een bestaand domein.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53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840480" cy="2651760"/>
          </a:xfrm>
          <a:prstGeom prst="ellipse">
            <a:avLst/>
          </a:prstGeom>
          <a:solidFill>
            <a:srgbClr val="3E4632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3474720"/>
            <a:ext cx="4023360" cy="2743200"/>
          </a:xfrm>
          <a:prstGeom prst="ellipse">
            <a:avLst/>
          </a:prstGeom>
          <a:solidFill>
            <a:srgbClr val="404834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Zelf proberen?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B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viswedstrijd.kemblinck.nl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9DCC2"/>
                </a:solidFill>
              </a:rPr>
              <a:t>Open de site op je telefoon en log in als kijker of deelnemer met een testcode.</a:t>
            </a:r>
            <a:endParaRPr lang="en-US" sz="14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9DCC2"/>
                </a:solidFill>
              </a:rPr>
              <a:t>Wensen of extra regels voor de vereniging? Alles is aan te passen.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183"/>
                </a:solidFill>
              </a:rPr>
              <a:t>Patrick Kemble · juli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2026-07-06T16:37:40Z</dcterms:created>
  <dcterms:modified xsi:type="dcterms:W3CDTF">2026-07-06T16:37:40Z</dcterms:modified>
</cp:coreProperties>
</file>